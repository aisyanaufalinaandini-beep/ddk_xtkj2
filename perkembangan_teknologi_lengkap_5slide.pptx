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Perkembangan Teknologi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 Lengkap &amp; Detail</a:t>
            </a:r>
          </a:p>
          <a:p/>
          <a:p>
            <a:r>
              <a:t>Isi: Pengertian teknologi, perkembangan awal, revolusi industri, teknologi modern, dan masa depan.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Pengertian Teknologi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Teknologi adalah penerapan ilmu pengetahuan untuk memudahkan aktivitas manusia.</a:t>
            </a:r>
          </a:p>
          <a:p>
            <a:r>
              <a:t>• Meliputi alat, mesin, metode, dan sistem.</a:t>
            </a:r>
          </a:p>
          <a:p>
            <a:r>
              <a:t>• Tujuan utama: efisiensi, kenyamanan, dan peningkatan kualitas hidup.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Perkembangan Awal (Prasejarah–Kuno)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Zaman Batu: kapak genggam, alat potong, alat berburu.</a:t>
            </a:r>
          </a:p>
          <a:p>
            <a:r>
              <a:t>• Zaman Logam: perunggu &amp; besi → alat lebih kuat.</a:t>
            </a:r>
          </a:p>
          <a:p>
            <a:r>
              <a:t>• Peradaban Kuno:</a:t>
            </a:r>
          </a:p>
          <a:p>
            <a:r>
              <a:t>  - Roda (transportasi),</a:t>
            </a:r>
          </a:p>
          <a:p>
            <a:r>
              <a:t>  - Kompas (navigasi),</a:t>
            </a:r>
          </a:p>
          <a:p>
            <a:r>
              <a:t>  - Kertas &amp; tinta (Cina),</a:t>
            </a:r>
          </a:p>
          <a:p>
            <a:r>
              <a:t>  - Matematika &amp; irigasi (Mesir, Mesopotamia).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Revolusi Industri (1750–1900)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Mesin uap mengubah produksi dan transportasi.</a:t>
            </a:r>
          </a:p>
          <a:p>
            <a:r>
              <a:t>• Muncul pabrik besar &amp; urbanisasi.</a:t>
            </a:r>
          </a:p>
          <a:p>
            <a:r>
              <a:t>• Penemuan listrik → lampu, motor listrik, mesin industri.</a:t>
            </a:r>
          </a:p>
          <a:p>
            <a:r>
              <a:t>• Transportasi: kapal uap, kereta api modern.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Teknologi Modern (Abad 20–21) &amp; Masa Depan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Komputer &amp; internet: menghubungkan seluruh dunia.</a:t>
            </a:r>
          </a:p>
          <a:p>
            <a:r>
              <a:t>• AI &amp; otomatisasi: robot, sistem cerdas, mobil otonom.</a:t>
            </a:r>
          </a:p>
          <a:p>
            <a:r>
              <a:t>• Smartphone &amp; IoT: semua perangkat saling terhubung.</a:t>
            </a:r>
          </a:p>
          <a:p>
            <a:r>
              <a:t>• Energi baru: panel surya, mobil listrik.</a:t>
            </a:r>
          </a:p>
          <a:p>
            <a:r>
              <a:t>• Masa depan: quantum computing, metaverse, robot canggih.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